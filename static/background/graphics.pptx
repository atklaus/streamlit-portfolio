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60"/>
  </p:normalViewPr>
  <p:slideViewPr>
    <p:cSldViewPr snapToGrid="0">
      <p:cViewPr>
        <p:scale>
          <a:sx n="66" d="100"/>
          <a:sy n="66" d="100"/>
        </p:scale>
        <p:origin x="2304" y="1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2FE87-E58F-4AB5-B98F-EED1F0E18351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EFC4C-8541-43E2-94C2-8F7651471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0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2FE87-E58F-4AB5-B98F-EED1F0E18351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EFC4C-8541-43E2-94C2-8F7651471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326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2FE87-E58F-4AB5-B98F-EED1F0E18351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EFC4C-8541-43E2-94C2-8F7651471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629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2FE87-E58F-4AB5-B98F-EED1F0E18351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EFC4C-8541-43E2-94C2-8F7651471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8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2FE87-E58F-4AB5-B98F-EED1F0E18351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EFC4C-8541-43E2-94C2-8F7651471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38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2FE87-E58F-4AB5-B98F-EED1F0E18351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EFC4C-8541-43E2-94C2-8F7651471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66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2FE87-E58F-4AB5-B98F-EED1F0E18351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EFC4C-8541-43E2-94C2-8F7651471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64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2FE87-E58F-4AB5-B98F-EED1F0E18351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EFC4C-8541-43E2-94C2-8F7651471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6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2FE87-E58F-4AB5-B98F-EED1F0E18351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EFC4C-8541-43E2-94C2-8F7651471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85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2FE87-E58F-4AB5-B98F-EED1F0E18351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EFC4C-8541-43E2-94C2-8F7651471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96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2FE87-E58F-4AB5-B98F-EED1F0E18351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EFC4C-8541-43E2-94C2-8F7651471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112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32FE87-E58F-4AB5-B98F-EED1F0E18351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EFC4C-8541-43E2-94C2-8F7651471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7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4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6160203" y="920624"/>
            <a:ext cx="25031700" cy="56025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54088">
            <a:off x="-2673518" y="946687"/>
            <a:ext cx="1247581" cy="12692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413902">
            <a:off x="-635685" y="2809209"/>
            <a:ext cx="1694788" cy="17535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82707">
            <a:off x="4061870" y="2254645"/>
            <a:ext cx="1008056" cy="101892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128076">
            <a:off x="1002087" y="2923360"/>
            <a:ext cx="1256930" cy="131578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311042">
            <a:off x="3336016" y="2365550"/>
            <a:ext cx="731114" cy="75240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461716">
            <a:off x="6119776" y="1739903"/>
            <a:ext cx="1209371" cy="124005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506701">
            <a:off x="4834449" y="2655174"/>
            <a:ext cx="1905036" cy="195589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15024">
            <a:off x="4809562" y="1329179"/>
            <a:ext cx="1332220" cy="13601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311473">
            <a:off x="-1623169" y="1769600"/>
            <a:ext cx="1413079" cy="143606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044649">
            <a:off x="-3173758" y="2059838"/>
            <a:ext cx="1709975" cy="172398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59402">
            <a:off x="12830211" y="4255239"/>
            <a:ext cx="1160257" cy="118976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3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79154">
            <a:off x="9730287" y="2569140"/>
            <a:ext cx="1146133" cy="117580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45298">
            <a:off x="9580222" y="1443711"/>
            <a:ext cx="1195997" cy="121883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1762">
            <a:off x="7718700" y="1775625"/>
            <a:ext cx="2008692" cy="203980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6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1789">
            <a:off x="3629476" y="4172996"/>
            <a:ext cx="1871960" cy="189294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32678">
            <a:off x="6020699" y="4154070"/>
            <a:ext cx="1542952" cy="157237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07104">
            <a:off x="14000852" y="4144107"/>
            <a:ext cx="1715714" cy="1750071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37562">
            <a:off x="159116" y="4294537"/>
            <a:ext cx="1382365" cy="1404867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8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1995">
            <a:off x="-1177471" y="4536189"/>
            <a:ext cx="1384746" cy="140731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9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69414">
            <a:off x="-2287454" y="4843528"/>
            <a:ext cx="991779" cy="995262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20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4960" y="3418926"/>
            <a:ext cx="1399767" cy="141923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06">
            <a:off x="7229663" y="1540951"/>
            <a:ext cx="781529" cy="79301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34177">
            <a:off x="1447957" y="4116810"/>
            <a:ext cx="1095772" cy="1099377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9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02081">
            <a:off x="8782467" y="4701526"/>
            <a:ext cx="1040742" cy="1051699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08505">
            <a:off x="11716119" y="4567599"/>
            <a:ext cx="1111782" cy="1128117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34789">
            <a:off x="9833335" y="3694689"/>
            <a:ext cx="2053003" cy="208644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5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959280">
            <a:off x="8922902" y="3557659"/>
            <a:ext cx="1117238" cy="1162956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8747">
            <a:off x="11897799" y="3219340"/>
            <a:ext cx="1420283" cy="143606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66">
            <a:off x="1675982" y="1685401"/>
            <a:ext cx="1659530" cy="1681185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717964">
            <a:off x="-3231758" y="3701496"/>
            <a:ext cx="1438691" cy="1471401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28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355460">
            <a:off x="10869294" y="2425580"/>
            <a:ext cx="1331411" cy="135055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74184">
            <a:off x="6651527" y="2906306"/>
            <a:ext cx="1204713" cy="1221292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917767">
            <a:off x="10748414" y="1906388"/>
            <a:ext cx="672757" cy="694917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3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42354">
            <a:off x="-207116" y="1812524"/>
            <a:ext cx="937362" cy="958169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09592">
            <a:off x="716272" y="1813421"/>
            <a:ext cx="995786" cy="1017105"/>
          </a:xfrm>
          <a:prstGeom prst="rect">
            <a:avLst/>
          </a:prstGeom>
        </p:spPr>
      </p:pic>
      <p:pic>
        <p:nvPicPr>
          <p:cNvPr id="43" name="Picture 42" descr="Database management system Computer Icons Microsoft SQL Server ..."/>
          <p:cNvPicPr>
            <a:picLocks noChangeAspect="1" noChangeArrowheads="1"/>
          </p:cNvPicPr>
          <p:nvPr/>
        </p:nvPicPr>
        <p:blipFill>
          <a:blip r:embed="rId3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389" y="2556957"/>
            <a:ext cx="418356" cy="4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3" descr="Download Free Icons Python Programming Computer Social Tutorial ..."/>
          <p:cNvPicPr>
            <a:picLocks noChangeAspect="1" noChangeArrowheads="1"/>
          </p:cNvPicPr>
          <p:nvPr/>
        </p:nvPicPr>
        <p:blipFill>
          <a:blip r:embed="rId3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426" y="3172038"/>
            <a:ext cx="911959" cy="899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050" y="2147275"/>
            <a:ext cx="655542" cy="652821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838" y="3363934"/>
            <a:ext cx="391145" cy="393623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68733" y="4109678"/>
            <a:ext cx="519472" cy="538281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676" y="3371922"/>
            <a:ext cx="533077" cy="446824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933" y="2894402"/>
            <a:ext cx="375389" cy="533831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0720" y="3327543"/>
            <a:ext cx="709972" cy="710804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73896" y="2682338"/>
            <a:ext cx="638767" cy="478980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346" y="3876851"/>
            <a:ext cx="541559" cy="542052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91446">
            <a:off x="15580220" y="3461489"/>
            <a:ext cx="553972" cy="548527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660" y="3620782"/>
            <a:ext cx="696043" cy="770358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0464" y="2117531"/>
            <a:ext cx="438150" cy="584469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16183" y="3823605"/>
            <a:ext cx="508500" cy="531000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47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94845">
            <a:off x="7418799" y="3705133"/>
            <a:ext cx="1613969" cy="1640063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181" y="4217269"/>
            <a:ext cx="493204" cy="579387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23443">
            <a:off x="11212080" y="2855785"/>
            <a:ext cx="589298" cy="578624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3650" y="3698408"/>
            <a:ext cx="535576" cy="555058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9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20496">
            <a:off x="15096079" y="2932736"/>
            <a:ext cx="1538743" cy="1571037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17111">
            <a:off x="-4276586" y="2634915"/>
            <a:ext cx="1247581" cy="1269259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9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45087">
            <a:off x="13249379" y="2535214"/>
            <a:ext cx="1839735" cy="1878346"/>
          </a:xfrm>
          <a:prstGeom prst="rect">
            <a:avLst/>
          </a:prstGeom>
        </p:spPr>
      </p:pic>
      <p:pic>
        <p:nvPicPr>
          <p:cNvPr id="55" name="Picture 54" descr="Wisconsin Badgers - Wikipedia"/>
          <p:cNvPicPr>
            <a:picLocks noChangeAspect="1" noChangeArrowheads="1"/>
          </p:cNvPicPr>
          <p:nvPr/>
        </p:nvPicPr>
        <p:blipFill>
          <a:blip r:embed="rId51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11096">
            <a:off x="-3912543" y="3058324"/>
            <a:ext cx="521297" cy="488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81627">
            <a:off x="11992065" y="1658657"/>
            <a:ext cx="1561891" cy="1567030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18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32350">
            <a:off x="-4564059" y="3894245"/>
            <a:ext cx="1384746" cy="1407318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581514">
            <a:off x="2291086" y="3158313"/>
            <a:ext cx="1781352" cy="1815319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5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851" y="2397690"/>
            <a:ext cx="680024" cy="720535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31276">
            <a:off x="3920327" y="3220584"/>
            <a:ext cx="702551" cy="723010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5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016">
            <a:off x="2542112" y="4830777"/>
            <a:ext cx="920438" cy="939756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/>
        </p:nvPicPr>
        <p:blipFill>
          <a:blip r:embed="rId19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93752">
            <a:off x="13393560" y="1313251"/>
            <a:ext cx="1244043" cy="1248412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>
          <a:blip r:embed="rId5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81182">
            <a:off x="14580506" y="1544881"/>
            <a:ext cx="1441393" cy="1475279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5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7650" y="3182807"/>
            <a:ext cx="795648" cy="633502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5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380" y="4478225"/>
            <a:ext cx="398200" cy="389265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5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55948" y="4303705"/>
            <a:ext cx="571994" cy="61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959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73164" y="361885"/>
            <a:ext cx="25038442" cy="566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38101"/>
      </p:ext>
    </p:extLst>
  </p:cSld>
  <p:clrMapOvr>
    <a:masterClrMapping/>
  </p:clrMapOvr>
</p:sld>
</file>

<file path=ppt/theme/theme1.xml><?xml version="1.0" encoding="utf-8"?>
<a:theme xmlns:a="http://schemas.openxmlformats.org/drawingml/2006/main" name="my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ytheme" id="{3603B581-5424-4713-81C0-B6C3D7B1C52D}" vid="{1AC1552E-9163-45F3-BAA2-36152DE1B18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164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mytheme</vt:lpstr>
      <vt:lpstr>PowerPoint Presentation</vt:lpstr>
      <vt:lpstr>PowerPoint Presentation</vt:lpstr>
    </vt:vector>
  </TitlesOfParts>
  <Company>Human Capital Research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Klaus</dc:creator>
  <cp:lastModifiedBy>Adam Klaus</cp:lastModifiedBy>
  <cp:revision>8</cp:revision>
  <dcterms:created xsi:type="dcterms:W3CDTF">2020-06-24T14:01:25Z</dcterms:created>
  <dcterms:modified xsi:type="dcterms:W3CDTF">2020-06-24T17:04:43Z</dcterms:modified>
</cp:coreProperties>
</file>